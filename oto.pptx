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83" autoAdjust="0"/>
    <p:restoredTop sz="78571" autoAdjust="0"/>
  </p:normalViewPr>
  <p:slideViewPr>
    <p:cSldViewPr snapToGrid="0">
      <p:cViewPr varScale="1">
        <p:scale>
          <a:sx n="153" d="100"/>
          <a:sy n="153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F4612-6D5B-424E-8A37-65DDDF8F789D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A74FB-DC28-44FA-8188-F936F630E6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</a:t>
            </a:r>
            <a:r>
              <a:rPr lang="en-US" dirty="0" err="1"/>
              <a:t>OtO</a:t>
            </a:r>
            <a:r>
              <a:rPr lang="en-US" dirty="0"/>
              <a:t>, the premier teleprompting software solution.</a:t>
            </a:r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A74FB-DC28-44FA-8188-F936F630E6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453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2845-373A-29E0-5E12-E64D5A19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9C2FBB-5502-B165-6B8F-A964615A2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EC466D-E2AF-3BE9-6E65-CAC33712C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</a:t>
            </a:r>
            <a:r>
              <a:rPr lang="en-US" dirty="0" err="1"/>
              <a:t>OtO</a:t>
            </a:r>
            <a:r>
              <a:rPr lang="en-US" dirty="0"/>
              <a:t>, the premier teleprompting software solution.</a:t>
            </a:r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62A99D-9D08-60A8-016B-D4F4CC7E2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A74FB-DC28-44FA-8188-F936F630E6F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10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2DDB-1A2C-3CE3-6DA1-9D1DB1F9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F4C664-4038-636F-6BB0-BEAFF3A5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654E44-2341-ADB8-6617-5FE3592BD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</a:t>
            </a:r>
            <a:r>
              <a:rPr lang="en-US" dirty="0" err="1"/>
              <a:t>OtO</a:t>
            </a:r>
            <a:r>
              <a:rPr lang="en-US" dirty="0"/>
              <a:t>, the premier teleprompting software solution.</a:t>
            </a:r>
            <a:br>
              <a:rPr lang="en-US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89080F-073A-ED9B-516B-B8CC96C9E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A74FB-DC28-44FA-8188-F936F630E6F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57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13AE2-B115-7566-EA3B-268051CCE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869049-E0A6-E0B5-8C81-25B0E5310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E8661E-AF6D-5A24-1971-87DCC4EF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5934D1-6406-14DE-C2F3-0E6FD1EB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72E00-73E4-AE74-775A-AD35EC64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126AEB-342F-94BA-6A9C-C3D8915B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4F852-A4FC-2EC3-746E-77207946D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0EEC36-54D9-B5BC-726B-20FD0F79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C72A9E-5F39-7503-11BC-2AFB1D38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98D993-7B99-FB4C-84E4-8BD3E9DA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53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E6E78-E294-AF26-30E1-8447EDBF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6994A9-E3AC-9DE3-9AC6-692FC9C8A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39C1DA-36A4-C840-A021-02F3B99F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0FAEC-D299-2F17-6088-501962AD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8D6A8-455A-B8C1-F8E5-2A2A4F12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3928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119BF-399D-1FCE-EC02-7DE87D40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556343-3C5A-824B-077B-7CEB7C12B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5F27D8-99B2-7261-855D-940481653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7E7C15-65AF-6133-F849-5F381F97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5AD1F4-3057-654F-29A7-01BDDCC1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0486C-DCC1-9124-FD47-27064013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24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3F966-E201-4082-59E1-868CDA64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647C03-1AF0-6C1C-EC0E-59E98A9F2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0D44A4-13B3-6D9A-1011-9B81D06E6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10BE0C-69BC-B566-C931-1565C4F81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8AF973E-9C94-BA29-D288-A1B8E0690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B1C1B0-896E-F8CD-7D03-3E4895AC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E085E55-5CDD-29CE-5DD2-2EC0081F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4244E8-CE8B-6D5E-C994-F2F0F3B7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72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90087-65D8-920F-F0BA-3596BCEF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FDB4E81-53F0-1DC3-C809-DF51503D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6BE20D-794D-B11D-5153-846B35BC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C14525-1BE0-0974-D3DE-1197F76F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242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F029D22-9741-171C-7DBB-87452E39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E5CB5D-5AC7-9622-E604-D4A799A2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784625-2D36-706E-63DF-0B87979B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07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F76275-6BC8-F726-93AF-08DB024A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4F8AD-46B7-4C4F-00B7-F9FB6BA2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51F5F4-37BF-FD90-D743-1F750823B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6F9284-7B51-A9B1-38D5-90B94DE6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DD2027-89C9-2497-B8C2-9E204537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E8B354-F9C7-2C96-9F68-219DBFDD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44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910D3-4BBE-6A60-10B3-A73130F3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8EAF47-99D3-DD45-31A3-F005C362E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ADD56B-A7A2-D0E1-362D-04B02CDCB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256CB9-0B55-A52D-C676-4243B5B7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CACDFB-3BF7-5790-12D6-DA8156BD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8394FC-67B3-853D-2DDA-16DFD694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60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1750D-6880-90CD-84ED-FA4EFDFF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85C334-244C-8A85-E202-AE7D194F0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8C4C33-DD82-498F-B083-866C020D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583C6B-CF72-BBD6-C275-7B44DD66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A307A4-5C28-4387-EA89-E4F7C454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62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629D2A-6C90-4C66-1249-D5319B233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20382D-E675-5D26-9F16-3F9D1746D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2CCF95-1087-055F-1619-33F3909C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D26978-BE6E-B345-1727-2038D676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605CA0-4F36-D769-15C0-9FB53F955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09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403D955-5ABA-8B79-D8DD-3B7A9F99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6C3673-614F-97F4-354A-8F111EDF3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6A4101-C5E4-11B1-FADE-C32D46A7D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97E30-B399-4194-8859-48B90788D1D1}" type="datetimeFigureOut">
              <a:rPr lang="fr-FR" smtClean="0"/>
              <a:t>24/01/2025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DD0249-35C8-E4EC-75B6-F6051B739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70487-5727-1C64-6010-0140E84F3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581C8-902C-4860-8299-9A9DB2E6006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53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bg2">
                <a:lumMod val="7632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7EF87C7-F87F-2376-AA89-88E125DB606E}"/>
              </a:ext>
            </a:extLst>
          </p:cNvPr>
          <p:cNvSpPr txBox="1"/>
          <p:nvPr/>
        </p:nvSpPr>
        <p:spPr>
          <a:xfrm>
            <a:off x="5223163" y="2397948"/>
            <a:ext cx="65177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800" dirty="0">
                <a:solidFill>
                  <a:schemeClr val="bg1"/>
                </a:solidFill>
                <a:latin typeface="IBM Plex Sans" panose="020B0503050203000203" pitchFamily="34" charset="0"/>
              </a:rPr>
              <a:t>SLIDE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CEA21-A5EF-A850-CC56-5794E1269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47" y="465398"/>
            <a:ext cx="2240121" cy="22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7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bg2">
                <a:lumMod val="7632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66BDB-D342-3123-12A4-A8BD15D0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31244D0-5D92-54E1-49F5-563FD7A200C7}"/>
              </a:ext>
            </a:extLst>
          </p:cNvPr>
          <p:cNvSpPr txBox="1"/>
          <p:nvPr/>
        </p:nvSpPr>
        <p:spPr>
          <a:xfrm>
            <a:off x="5223163" y="2397948"/>
            <a:ext cx="65177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800" dirty="0">
                <a:solidFill>
                  <a:schemeClr val="accent4"/>
                </a:solidFill>
                <a:latin typeface="IBM Plex Sans" panose="020B0503050203000203" pitchFamily="34" charset="0"/>
              </a:rPr>
              <a:t>SLIDE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8810E-D6B3-3DE7-38C9-EC2AC650B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47" y="465398"/>
            <a:ext cx="2240121" cy="22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bg2">
                <a:lumMod val="7632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BB7B9-2258-DE91-B8F6-13C3940B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C5F8833-285D-A6D0-D49B-C2EF2BD8E914}"/>
              </a:ext>
            </a:extLst>
          </p:cNvPr>
          <p:cNvSpPr txBox="1"/>
          <p:nvPr/>
        </p:nvSpPr>
        <p:spPr>
          <a:xfrm>
            <a:off x="5223163" y="2397948"/>
            <a:ext cx="65177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800" dirty="0">
                <a:solidFill>
                  <a:srgbClr val="00B0F0"/>
                </a:solidFill>
                <a:latin typeface="IBM Plex Sans" panose="020B0503050203000203" pitchFamily="34" charset="0"/>
              </a:rPr>
              <a:t>SLIDE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EE91A-001C-83D7-96CA-86C2D20B4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47" y="465398"/>
            <a:ext cx="2240121" cy="22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0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42</Words>
  <Application>Microsoft Macintosh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IBM Plex Sans</vt:lpstr>
      <vt:lpstr>Thème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Redval</dc:creator>
  <cp:lastModifiedBy>Microsoft Office User</cp:lastModifiedBy>
  <cp:revision>3</cp:revision>
  <dcterms:created xsi:type="dcterms:W3CDTF">2024-12-31T13:47:54Z</dcterms:created>
  <dcterms:modified xsi:type="dcterms:W3CDTF">2025-01-24T18:52:03Z</dcterms:modified>
</cp:coreProperties>
</file>